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Weekly hours</c:v>
                  </c:pt>
                  <c:pt idx="1">
                    <c:v>Processing time</c:v>
                  </c:pt>
                  <c:pt idx="2">
                    <c:v>Misroute rate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17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318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Weekly hours</c:v>
                  </c:pt>
                  <c:pt idx="1">
                    <c:v>Processing time</c:v>
                  </c:pt>
                  <c:pt idx="2">
                    <c:v>Misroute rate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0.6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Processing time per item</c:v>
                  </c:pt>
                  <c:pt idx="1">
                    <c:v>Weekly staff hours</c:v>
                  </c:pt>
                  <c:pt idx="2">
                    <c:v>Response time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24</c:v>
                </c:pt>
                <c:pt idx="2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3182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Processing time per item</c:v>
                  </c:pt>
                  <c:pt idx="1">
                    <c:v>Weekly staff hours</c:v>
                  </c:pt>
                  <c:pt idx="2">
                    <c:v>Response time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Case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AI-Powered Document Routing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97%+ assignment accuracy and 24+ hours saved weekly in a regulated financial environment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real work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657+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requirements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317296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24+ hrs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6440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work removed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59612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8756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accuracy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8019288" y="1828800"/>
            <a:ext cx="224028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0728" y="193852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 hrs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10728" y="22677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68680" y="3154680"/>
            <a:ext cx="65836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Converted a manual audit-routing bottleneck into a scalable workflow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 governance through confidence thresholds and audit logging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pattern for compliance triage, ticket routing, and document intake</a:t>
            </a:r>
            <a:endParaRPr lang="en-US" sz="14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7543800" y="2743200"/>
          <a:ext cx="37490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Case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old process broke down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was routing and prioritization, not decision quality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42900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process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246120" cy="2578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arrived by email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read and categorized manually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lookup and forwarding done case by case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on delayed items was inconsistent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70832" y="1828800"/>
            <a:ext cx="342900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points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212848"/>
            <a:ext cx="3246120" cy="2578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24+ hours of senior time absorbed weekly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categorization across similar items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Escalations from misroutes and late responses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scalable path as volumes increased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29000" cy="301752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83296" y="2212848"/>
            <a:ext cx="3246120" cy="2578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reserved for ambiguity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logic editable without code changes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preserved end to end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cycle time without governance loss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Case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classification layer, a routing layer, and a validation layer working as one system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47472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56816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29184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used for primary classification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examples improved consistency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entities extracted for routing logic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61688" y="1828800"/>
            <a:ext cx="347472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1956816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53128" y="2212848"/>
            <a:ext cx="329184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orchestration engine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routing matrix in Google Sheets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notifications to accountable owners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73568" y="1828800"/>
            <a:ext cx="347472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1956816"/>
            <a:ext cx="3218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65008" y="2212848"/>
            <a:ext cx="3291840" cy="2487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threshold below 0.85 triggered review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High-confidence items auto-routed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events logged for traceability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Case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impact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consistency, and governance improved together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822960" y="18288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766560" y="1828800"/>
            <a:ext cx="4297680" cy="1005840"/>
          </a:xfrm>
          <a:prstGeom prst="roundRect">
            <a:avLst>
              <a:gd name="adj" fmla="val 454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94576" y="1956816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effect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94576" y="2212848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was not just faster handling. It created capacity and reduced avoidable operational friction.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6766560" y="3063240"/>
            <a:ext cx="4297680" cy="1005840"/>
          </a:xfrm>
          <a:prstGeom prst="roundRect">
            <a:avLst>
              <a:gd name="adj" fmla="val 454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94576" y="3191256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reduction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894576" y="3447288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Misroutes fell materially, which reduced rework and improved accountability in a regulated context.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6766560" y="4297680"/>
            <a:ext cx="4297680" cy="1005840"/>
          </a:xfrm>
          <a:prstGeom prst="roundRect">
            <a:avLst>
              <a:gd name="adj" fmla="val 454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94576" y="4425696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framing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894576" y="4681728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framing: operating leverage plus governance discipline, not generic automation enthusiasm.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A2332"/>
          </a:solidFill>
          <a:ln w="12700">
            <a:solidFill>
              <a:srgbClr val="1A2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Case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strengthens the portfolio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76656" y="12618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project demonstrates AI execution grounded in operations and compliance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89720" y="74980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82296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value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65379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Garces Chavarria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0" y="6537960"/>
            <a:ext cx="3017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sample | April 2026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9808" y="1828800"/>
            <a:ext cx="34290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travels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212848"/>
            <a:ext cx="3246120" cy="2441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triage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 routing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intake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Shared-services queues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4370832" y="1828800"/>
            <a:ext cx="34290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98848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to employers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62272" y="2212848"/>
            <a:ext cx="3246120" cy="2441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systems thinking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use of AI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execution capability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in regulated environments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991856" y="1828800"/>
            <a:ext cx="342900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9872" y="1956816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audience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83296" y="2212848"/>
            <a:ext cx="3246120" cy="2441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leaders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building workflow tools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screening for proof of real execution</a:t>
            </a:r>
            <a:endParaRPr lang="en-US" sz="1130" dirty="0"/>
          </a:p>
          <a:p>
            <a:pPr marL="203200" indent="-203200">
              <a:buSzPct val="100000"/>
              <a:buChar char="•"/>
            </a:pPr>
            <a:r>
              <a:rPr lang="en-US" sz="1130" dirty="0">
                <a:solidFill>
                  <a:srgbClr val="1A2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evaluating differentiated analytical profiles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Workflow</dc:title>
  <dc:subject>AI Workflow</dc:subject>
  <dc:creator>OpenAI</dc:creator>
  <cp:lastModifiedBy>OpenAI</cp:lastModifiedBy>
  <cp:revision>1</cp:revision>
  <dcterms:created xsi:type="dcterms:W3CDTF">2026-04-22T03:07:52Z</dcterms:created>
  <dcterms:modified xsi:type="dcterms:W3CDTF">2026-04-22T03:07:52Z</dcterms:modified>
</cp:coreProperties>
</file>