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Upper price point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Incumbents</c:v>
                  </c:pt>
                  <c:pt idx="1">
                    <c:v>Challengers</c:v>
                  </c:pt>
                  <c:pt idx="2">
                    <c:v>Specialists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100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band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Incumbents</c:v>
                  </c:pt>
                  <c:pt idx="1">
                    <c:v>Challengers</c:v>
                  </c:pt>
                  <c:pt idx="2">
                    <c:v>Specialists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band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Incumbents</c:v>
                  </c:pt>
                  <c:pt idx="1">
                    <c:v>Challengers</c:v>
                  </c:pt>
                  <c:pt idx="2">
                    <c:v>Specialists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100</c:v>
                </c:pt>
                <c:pt idx="2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Tools: Market Research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landscape, pricing bands, and entry white spaces across a fast-moving category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Self-initiated sample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17296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6440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segments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59612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8756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span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1928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1072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white spaces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68680" y="3154680"/>
            <a:ext cx="65836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insight: the best entry is narrow, economically specific, and easier to adopt than bundled suites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rewards differentiated value logic more than broad feature parity</a:t>
            </a:r>
            <a:endParaRPr lang="en-US" sz="14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635240" y="2743200"/>
          <a:ext cx="35661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has split into three layers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player types win through different mechanisms and face different constraints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incumbents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AI into broader suites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on distribution and convenience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weaker on vertical specificity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challengers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output quality and workflow performance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command higher price points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justify switching and budget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specialists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Dominate one repetitive job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workflow depth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ceiling can limit expansion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structure shows where value is captured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price points require stronger output quality, governance, or workflow fit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logic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22960" y="18288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675120" y="1828800"/>
            <a:ext cx="448056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03136" y="195681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buyers pay for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2212848"/>
            <a:ext cx="4297680" cy="244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output quality that reduces editing time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depth and collaboration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admin controls, and compliance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fit for a high-value workflow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entry white spaces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horizontal generality and target economic specificity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verticals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financial services, healthcare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Compliance-first positioning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and auditability matter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markets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price architecture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integration expectations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Under-served regional economics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solo operators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and agencies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saves billable time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to pay for better output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strengthens the portfolio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sample shows research synthesis, commercial framing, and recommendation quality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signals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logic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interpretation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White-space identification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strategic synthesis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use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 roles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support conversations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screening for structured thinking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pairings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memo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benchmark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writing sample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Research</dc:title>
  <dc:subject>Market Research</dc:subject>
  <dc:creator>OpenAI</dc:creator>
  <cp:lastModifiedBy>OpenAI</cp:lastModifiedBy>
  <cp:revision>1</cp:revision>
  <dcterms:created xsi:type="dcterms:W3CDTF">2026-04-22T03:07:52Z</dcterms:created>
  <dcterms:modified xsi:type="dcterms:W3CDTF">2026-04-22T03:07:52Z</dcterms:modified>
</cp:coreProperties>
</file>