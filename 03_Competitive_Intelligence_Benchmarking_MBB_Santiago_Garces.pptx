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 strength</c:v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Incumbent</c:v>
                  </c:pt>
                  <c:pt idx="1">
                    <c:v>Challenger</c:v>
                  </c:pt>
                  <c:pt idx="2">
                    <c:v>Specialist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5</c:v>
                </c:pt>
                <c:pt idx="2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Specificity strength</c:v>
                </c:pt>
              </c:strCache>
            </c:strRef>
          </c:tx>
          <c:spPr>
            <a:solidFill>
              <a:srgbClr val="3182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Incumbent</c:v>
                  </c:pt>
                  <c:pt idx="1">
                    <c:v>Challenger</c:v>
                  </c:pt>
                  <c:pt idx="2">
                    <c:v>Specialist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8229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Intelligence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Intelligence Benchmark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2618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concise MBB-style view of positioning, packaging, and exploitable gaps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89720" y="749808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53728" y="822960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Self-initiated sample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11480" y="653796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Garces Chavarria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0" y="653796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sample | April 2026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828800"/>
            <a:ext cx="2240280" cy="86868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93852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22677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compared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3172968" y="1828800"/>
            <a:ext cx="2240280" cy="86868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93852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64408" y="22677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dimensions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596128" y="1828800"/>
            <a:ext cx="2240280" cy="86868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7568" y="193852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87568" y="22677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archetypes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019288" y="1828800"/>
            <a:ext cx="2240280" cy="86868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0728" y="193852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110728" y="22677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insight: most claims cluster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868680" y="3154680"/>
            <a:ext cx="65836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competitors appear differentiated at the feature level but cluster at the buyer-value level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space comes from clearer promise and sharper targeting, not necessarily from new features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8229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Intelligence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framework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2618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 was not feature listing. It was to clarify economic and positioning structure.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89720" y="749808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53728" y="822960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11480" y="653796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Garces Chavarria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0" y="653796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sample | April 2026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828800"/>
            <a:ext cx="342900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lens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2212848"/>
            <a:ext cx="3246120" cy="2487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segment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architecture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logic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enterprise readiness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4370832" y="1828800"/>
            <a:ext cx="342900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lens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62272" y="2212848"/>
            <a:ext cx="3246120" cy="2487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workflow claim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depth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maturity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controls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7991856" y="1828800"/>
            <a:ext cx="342900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9872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lens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83296" y="2212848"/>
            <a:ext cx="3246120" cy="2487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 strength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gap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friction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White-space potential</a:t>
            </a:r>
            <a:endParaRPr lang="en-US" sz="11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8229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Intelligence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competitor readout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2618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and weaknesses are archetype-driven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89720" y="749808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53728" y="822960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Readout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11480" y="653796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Garces Chavarria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0" y="653796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sample | April 2026</a:t>
            </a:r>
            <a:endParaRPr lang="en-US" sz="8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22960" y="1828800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6720840" y="1828800"/>
            <a:ext cx="4389120" cy="288036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48856" y="1956816"/>
            <a:ext cx="4133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12280" y="2212848"/>
            <a:ext cx="4206240" cy="2441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 suites win on breadth and bundling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Challengers must prove why they deserve a new budget line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Specialists win when the workflow is narrow and painful enough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8229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Intelligence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implications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2618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benchmark points to four practical actions for any entrant or product team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89720" y="749808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53728" y="822960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11480" y="653796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Garces Chavarria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0" y="653796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sample | April 2026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828800"/>
            <a:ext cx="342900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in the job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2212848"/>
            <a:ext cx="3246120" cy="2487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buyer problem clearly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generic AI language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features into economic value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4370832" y="1828800"/>
            <a:ext cx="342900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 packages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62272" y="2212848"/>
            <a:ext cx="3246120" cy="2487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upgrade paths intuitive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tiers to maturity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enterprise ambiguity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7991856" y="1828800"/>
            <a:ext cx="342900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9872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trust strategically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83296" y="2212848"/>
            <a:ext cx="3246120" cy="2487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language where it matters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for regulated workflows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over claims</a:t>
            </a:r>
            <a:endParaRPr lang="en-US" sz="11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8229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Intelligence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strengthens the portfolio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2618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sample demonstrates structured comparison under messy information conditions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89720" y="749808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53728" y="822960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value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11480" y="653796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Garces Chavarria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0" y="653796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sample | April 2026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828800"/>
            <a:ext cx="342900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delivered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2212848"/>
            <a:ext cx="3246120" cy="2487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rigor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recognition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clarity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judgment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4370832" y="1828800"/>
            <a:ext cx="342900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use cases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62272" y="2212848"/>
            <a:ext cx="3246120" cy="2487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Competitive-intelligence analyst roles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strategy conversations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support and market mapping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7991856" y="1828800"/>
            <a:ext cx="342900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9872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pairings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83296" y="2212848"/>
            <a:ext cx="3246120" cy="2487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 report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memo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writing sample</a:t>
            </a:r>
            <a:endParaRPr lang="en-US" sz="11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Competitive Intelligence</dc:title>
  <dc:subject>Competitive Intelligence</dc:subject>
  <dc:creator>OpenAI</dc:creator>
  <cp:lastModifiedBy>OpenAI</cp:lastModifiedBy>
  <cp:revision>1</cp:revision>
  <dcterms:created xsi:type="dcterms:W3CDTF">2026-04-22T03:07:52Z</dcterms:created>
  <dcterms:modified xsi:type="dcterms:W3CDTF">2026-04-22T03:07:52Z</dcterms:modified>
</cp:coreProperties>
</file>